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7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" y="5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91099-7EBE-4D12-B880-CCA6B38B92A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36C10-A9D4-4995-9BAF-95FBD77A72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218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F4299-1721-48C6-878D-74296BE00D21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EF9EC-8318-4FF6-847E-A85BBD2B7E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19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61254"/>
            <a:ext cx="8226490" cy="308376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386585"/>
            <a:ext cx="8229600" cy="13716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E011-4F7D-42D0-82E1-078A40B76F01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65176"/>
            <a:ext cx="8229600" cy="308152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3388268"/>
            <a:ext cx="8229600" cy="13716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71FE-0FCC-47A4-B218-06AF00AFA70F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1" y="1828800"/>
            <a:ext cx="4572000" cy="43481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599" y="1828800"/>
            <a:ext cx="4572000" cy="43481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2C22A-A385-4013-8BC3-1C712ED98224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8448" y="1627258"/>
            <a:ext cx="45720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8448" y="2373284"/>
            <a:ext cx="4572000" cy="384048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627258"/>
            <a:ext cx="45720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373284"/>
            <a:ext cx="4572000" cy="384048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3CD7-DDC2-4E28-B80E-11B3368F8846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82D6B-0F0F-41E5-8A0F-FC2D7E2110E0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1A38-D70F-41CF-857C-945C6FF6B07D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9330" y="457200"/>
            <a:ext cx="3603070" cy="15544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90" y="685800"/>
            <a:ext cx="61022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79330" y="2101850"/>
            <a:ext cx="3603070" cy="18288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96DC-D1E7-4668-A471-A46ECA2AE34F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2712" y="457200"/>
            <a:ext cx="3602736" cy="15544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-1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82712" y="2101850"/>
            <a:ext cx="3602736" cy="1828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0B874-E53C-42B9-98BA-0781B387246C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50680" y="365125"/>
            <a:ext cx="164592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65125"/>
            <a:ext cx="7624664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02F4-45D7-406A-9C33-75238E131A1E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799"/>
            <a:ext cx="9601200" cy="4348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85492"/>
            <a:ext cx="609904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19253" y="6385492"/>
            <a:ext cx="98204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CC444FFE-4BDB-4301-83D8-FE8B25E7CF5A}" type="datetime1">
              <a:rPr lang="en-US" smtClean="0"/>
              <a:t>9/27/2025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3532" y="6385492"/>
            <a:ext cx="82886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SELF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My name is </a:t>
            </a:r>
            <a:r>
              <a:rPr lang="en-US" dirty="0" err="1" smtClean="0"/>
              <a:t>Unzila</a:t>
            </a:r>
            <a:r>
              <a:rPr lang="en-US" dirty="0" smtClean="0"/>
              <a:t> khan.</a:t>
            </a:r>
          </a:p>
          <a:p>
            <a:r>
              <a:rPr lang="en-US" dirty="0" smtClean="0"/>
              <a:t>I am student of arts college. Who enjoys learning new</a:t>
            </a:r>
          </a:p>
          <a:p>
            <a:r>
              <a:rPr lang="en-US" dirty="0" smtClean="0"/>
              <a:t>things and improving myself everyday.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878143"/>
      </p:ext>
    </p:extLst>
  </p:cSld>
  <p:clrMapOvr>
    <a:masterClrMapping/>
  </p:clrMapOvr>
  <p:transition spd="slow" advClick="0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91" y="745434"/>
            <a:ext cx="8229600" cy="2183825"/>
          </a:xfrm>
        </p:spPr>
        <p:txBody>
          <a:bodyPr/>
          <a:lstStyle/>
          <a:p>
            <a:r>
              <a:rPr lang="en-US" dirty="0" smtClean="0"/>
              <a:t>Hobbies &amp; Interests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Reading like books or blogs.</a:t>
            </a:r>
            <a:endParaRPr lang="en-US" dirty="0"/>
          </a:p>
          <a:p>
            <a:r>
              <a:rPr lang="en-US" dirty="0" smtClean="0"/>
              <a:t>Sketches.</a:t>
            </a:r>
          </a:p>
          <a:p>
            <a:r>
              <a:rPr lang="en-US" dirty="0" smtClean="0"/>
              <a:t>Playing games.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01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65176"/>
            <a:ext cx="8229600" cy="2557537"/>
          </a:xfrm>
        </p:spPr>
        <p:txBody>
          <a:bodyPr/>
          <a:lstStyle/>
          <a:p>
            <a:r>
              <a:rPr lang="en-US" dirty="0" smtClean="0"/>
              <a:t>Academic/Personal Achievements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 have achieved good grades in my studies </a:t>
            </a:r>
          </a:p>
          <a:p>
            <a:r>
              <a:rPr lang="en-US" dirty="0" smtClean="0"/>
              <a:t>and participated in school activities like art, or sports.</a:t>
            </a:r>
          </a:p>
          <a:p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62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683" y="215480"/>
            <a:ext cx="9654474" cy="2189789"/>
          </a:xfrm>
        </p:spPr>
        <p:txBody>
          <a:bodyPr/>
          <a:lstStyle/>
          <a:p>
            <a:r>
              <a:rPr lang="en-US" dirty="0" smtClean="0"/>
              <a:t>Skills Learned in This Course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7" y="2594113"/>
            <a:ext cx="9634596" cy="3250095"/>
          </a:xfrm>
        </p:spPr>
        <p:txBody>
          <a:bodyPr/>
          <a:lstStyle/>
          <a:p>
            <a:r>
              <a:rPr lang="en-US" dirty="0" smtClean="0"/>
              <a:t>In this course, I learned uses of </a:t>
            </a:r>
            <a:r>
              <a:rPr lang="en-US" b="1" dirty="0" smtClean="0"/>
              <a:t>Microsoft word </a:t>
            </a:r>
            <a:r>
              <a:rPr lang="en-US" dirty="0" smtClean="0"/>
              <a:t>, </a:t>
            </a:r>
          </a:p>
          <a:p>
            <a:r>
              <a:rPr lang="en-US" b="1" dirty="0" smtClean="0"/>
              <a:t>Power point</a:t>
            </a:r>
            <a:r>
              <a:rPr lang="en-US" dirty="0" smtClean="0"/>
              <a:t>, Build logic and </a:t>
            </a:r>
            <a:r>
              <a:rPr lang="en-US" b="1" dirty="0" smtClean="0"/>
              <a:t>problem solving skills</a:t>
            </a:r>
            <a:r>
              <a:rPr lang="en-US" dirty="0" smtClean="0"/>
              <a:t> through </a:t>
            </a:r>
          </a:p>
          <a:p>
            <a:r>
              <a:rPr lang="en-US" dirty="0" smtClean="0"/>
              <a:t>programing, </a:t>
            </a:r>
            <a:r>
              <a:rPr lang="en-US" b="1" dirty="0" smtClean="0"/>
              <a:t>Networking basic </a:t>
            </a:r>
            <a:r>
              <a:rPr lang="en-US" dirty="0" smtClean="0"/>
              <a:t>and use of </a:t>
            </a:r>
            <a:r>
              <a:rPr lang="en-US" dirty="0" err="1" smtClean="0"/>
              <a:t>git</a:t>
            </a:r>
            <a:r>
              <a:rPr lang="en-US" dirty="0" smtClean="0"/>
              <a:t> and </a:t>
            </a:r>
            <a:r>
              <a:rPr lang="en-US" dirty="0" err="1" smtClean="0"/>
              <a:t>github</a:t>
            </a:r>
            <a:r>
              <a:rPr lang="en-US" dirty="0" smtClean="0"/>
              <a:t> and also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team work </a:t>
            </a:r>
            <a:r>
              <a:rPr lang="en-US" dirty="0" smtClean="0"/>
              <a:t>And </a:t>
            </a:r>
            <a:r>
              <a:rPr lang="en-US" b="1" dirty="0" smtClean="0"/>
              <a:t>creativity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87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57" y="218660"/>
            <a:ext cx="8229600" cy="2551574"/>
          </a:xfrm>
        </p:spPr>
        <p:txBody>
          <a:bodyPr/>
          <a:lstStyle/>
          <a:p>
            <a:r>
              <a:rPr lang="en-US" dirty="0" smtClean="0"/>
              <a:t>Favorite topic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3388268"/>
            <a:ext cx="8213300" cy="984949"/>
          </a:xfrm>
        </p:spPr>
        <p:txBody>
          <a:bodyPr/>
          <a:lstStyle/>
          <a:p>
            <a:r>
              <a:rPr lang="en-US" dirty="0" smtClean="0"/>
              <a:t>My favorite topic is power point because</a:t>
            </a:r>
          </a:p>
          <a:p>
            <a:r>
              <a:rPr lang="en-US" dirty="0" smtClean="0"/>
              <a:t>it is fun and useful.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50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864702"/>
            <a:ext cx="8229600" cy="1786261"/>
          </a:xfrm>
        </p:spPr>
        <p:txBody>
          <a:bodyPr/>
          <a:lstStyle/>
          <a:p>
            <a:r>
              <a:rPr lang="en-US" dirty="0" smtClean="0"/>
              <a:t>Strength &amp; Future goal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3388267"/>
            <a:ext cx="8229600" cy="2108071"/>
          </a:xfrm>
        </p:spPr>
        <p:txBody>
          <a:bodyPr/>
          <a:lstStyle/>
          <a:p>
            <a:r>
              <a:rPr lang="en-US" dirty="0" smtClean="0"/>
              <a:t>Confidence, creativity and focus .</a:t>
            </a:r>
          </a:p>
          <a:p>
            <a:r>
              <a:rPr lang="en-US" dirty="0" smtClean="0"/>
              <a:t>My goal is become successful in my studies and choose </a:t>
            </a:r>
          </a:p>
          <a:p>
            <a:r>
              <a:rPr lang="en-US" dirty="0" smtClean="0"/>
              <a:t>a career that matches my interests.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196" y="844825"/>
            <a:ext cx="8229600" cy="1706747"/>
          </a:xfrm>
        </p:spPr>
        <p:txBody>
          <a:bodyPr/>
          <a:lstStyle/>
          <a:p>
            <a:r>
              <a:rPr lang="en-US" dirty="0" smtClean="0"/>
              <a:t>Role model/Inspiration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3388267"/>
            <a:ext cx="8229600" cy="2108071"/>
          </a:xfrm>
        </p:spPr>
        <p:txBody>
          <a:bodyPr/>
          <a:lstStyle/>
          <a:p>
            <a:r>
              <a:rPr lang="en-US" dirty="0" smtClean="0"/>
              <a:t>My role model is </a:t>
            </a:r>
            <a:r>
              <a:rPr lang="en-US" dirty="0" err="1" smtClean="0"/>
              <a:t>dr.albert</a:t>
            </a:r>
            <a:r>
              <a:rPr lang="en-US" dirty="0" smtClean="0"/>
              <a:t> bandura was a world famous </a:t>
            </a:r>
          </a:p>
          <a:p>
            <a:r>
              <a:rPr lang="en-US" dirty="0" err="1" smtClean="0"/>
              <a:t>Psychologiest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 is best know for his social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03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083364"/>
            <a:ext cx="8229600" cy="1706747"/>
          </a:xfrm>
        </p:spPr>
        <p:txBody>
          <a:bodyPr/>
          <a:lstStyle/>
          <a:p>
            <a:r>
              <a:rPr lang="en-US" dirty="0" smtClean="0"/>
              <a:t>Fun Fact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fun fact about me is that I love learning new skills through </a:t>
            </a:r>
            <a:r>
              <a:rPr lang="en-US" dirty="0" err="1" smtClean="0"/>
              <a:t>youtube</a:t>
            </a:r>
            <a:r>
              <a:rPr lang="en-US" dirty="0" smtClean="0"/>
              <a:t> and online courses.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13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1386" y="1451114"/>
            <a:ext cx="7537439" cy="2203704"/>
          </a:xfrm>
        </p:spPr>
        <p:txBody>
          <a:bodyPr/>
          <a:lstStyle/>
          <a:p>
            <a:r>
              <a:rPr lang="en-US" dirty="0" smtClean="0"/>
              <a:t>Thank you for listening!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rushed Metal 16x9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een brushed metal presentation (widescreen).potx" id="{C4E52658-42BB-4751-AD45-DBF99E6546BE}" vid="{DAEF9E1A-844D-45D9-BB7C-945DFF722FA1}"/>
    </a:ext>
  </a:extLst>
</a:theme>
</file>

<file path=ppt/theme/theme2.xml><?xml version="1.0" encoding="utf-8"?>
<a:theme xmlns:a="http://schemas.openxmlformats.org/drawingml/2006/main" name="Office Them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 brushed metal presentation (widescreen)</Template>
  <TotalTime>91</TotalTime>
  <Words>196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Brushed Metal 16x9</vt:lpstr>
      <vt:lpstr>SELF  INTRODUCTION</vt:lpstr>
      <vt:lpstr>Hobbies &amp; Interests</vt:lpstr>
      <vt:lpstr>Academic/Personal Achievements</vt:lpstr>
      <vt:lpstr>Skills Learned in This Course</vt:lpstr>
      <vt:lpstr>Favorite topic</vt:lpstr>
      <vt:lpstr>Strength &amp; Future goal</vt:lpstr>
      <vt:lpstr>Role model/Inspiration</vt:lpstr>
      <vt:lpstr>Fun Fact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 INTRODUCTION</dc:title>
  <dc:creator>LENOVO</dc:creator>
  <cp:lastModifiedBy>LENOVO</cp:lastModifiedBy>
  <cp:revision>9</cp:revision>
  <dcterms:created xsi:type="dcterms:W3CDTF">2025-09-27T13:34:21Z</dcterms:created>
  <dcterms:modified xsi:type="dcterms:W3CDTF">2025-09-27T15:11:27Z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